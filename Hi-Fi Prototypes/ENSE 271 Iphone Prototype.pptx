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324a8850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324a8850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324a885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324a885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324a8850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324a885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324a8850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324a8850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324a8850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324a8850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Iphone Prototype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Group-D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Project: Charity Hub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Interact with Smartphone Prototype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-&gt; Prototype Settings -&gt; Click dropdown and Select any phone( works best on iPhone 16 Pro Max) -&gt; Press Triangle “present” button.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 presentation mode: Go to “Flows” -&gt; Select “Iphone Flow”.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And you’re set!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Home Page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3" y="1152475"/>
            <a:ext cx="1878107" cy="3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204" y="1152488"/>
            <a:ext cx="2062817" cy="3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556" y="1179525"/>
            <a:ext cx="2793744" cy="36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Us Page 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700" y="1089325"/>
            <a:ext cx="252279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 Page 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420742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5542" y="1170125"/>
            <a:ext cx="3566838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3195" y="1017725"/>
            <a:ext cx="2648406" cy="397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Events Page 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500" y="1125225"/>
            <a:ext cx="28690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7537" y="1125225"/>
            <a:ext cx="278048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